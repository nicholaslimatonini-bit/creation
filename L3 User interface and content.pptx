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6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3C2C90-1D60-4E44-996D-D1A61EC8D734}" v="4" dt="2026-04-22T08:25:23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gh Walden" userId="e0b41105-ea1a-4229-aaca-116a21b5d74c" providerId="ADAL" clId="{93C7A0D7-0089-48FF-A7CF-CFBD71735086}"/>
    <pc:docChg chg="undo custSel addSld modSld">
      <pc:chgData name="Leigh Walden" userId="e0b41105-ea1a-4229-aaca-116a21b5d74c" providerId="ADAL" clId="{93C7A0D7-0089-48FF-A7CF-CFBD71735086}" dt="2026-04-22T08:27:41.366" v="2615" actId="1076"/>
      <pc:docMkLst>
        <pc:docMk/>
      </pc:docMkLst>
      <pc:sldChg chg="modSp new mod">
        <pc:chgData name="Leigh Walden" userId="e0b41105-ea1a-4229-aaca-116a21b5d74c" providerId="ADAL" clId="{93C7A0D7-0089-48FF-A7CF-CFBD71735086}" dt="2026-04-20T19:51:40.673" v="582" actId="20577"/>
        <pc:sldMkLst>
          <pc:docMk/>
          <pc:sldMk cId="2791936154" sldId="256"/>
        </pc:sldMkLst>
        <pc:spChg chg="mod">
          <ac:chgData name="Leigh Walden" userId="e0b41105-ea1a-4229-aaca-116a21b5d74c" providerId="ADAL" clId="{93C7A0D7-0089-48FF-A7CF-CFBD71735086}" dt="2026-04-20T19:51:40.673" v="582" actId="20577"/>
          <ac:spMkLst>
            <pc:docMk/>
            <pc:sldMk cId="2791936154" sldId="256"/>
            <ac:spMk id="2" creationId="{47005176-D0ED-6C82-A906-B54D98F3D660}"/>
          </ac:spMkLst>
        </pc:spChg>
      </pc:sldChg>
      <pc:sldChg chg="modSp new mod">
        <pc:chgData name="Leigh Walden" userId="e0b41105-ea1a-4229-aaca-116a21b5d74c" providerId="ADAL" clId="{93C7A0D7-0089-48FF-A7CF-CFBD71735086}" dt="2026-04-20T19:51:47.111" v="589" actId="20577"/>
        <pc:sldMkLst>
          <pc:docMk/>
          <pc:sldMk cId="1029061327" sldId="257"/>
        </pc:sldMkLst>
        <pc:spChg chg="mod">
          <ac:chgData name="Leigh Walden" userId="e0b41105-ea1a-4229-aaca-116a21b5d74c" providerId="ADAL" clId="{93C7A0D7-0089-48FF-A7CF-CFBD71735086}" dt="2026-04-20T19:51:47.111" v="589" actId="20577"/>
          <ac:spMkLst>
            <pc:docMk/>
            <pc:sldMk cId="1029061327" sldId="257"/>
            <ac:spMk id="2" creationId="{31768406-BF42-3C93-C6B5-F392C55C95A9}"/>
          </ac:spMkLst>
        </pc:spChg>
      </pc:sldChg>
      <pc:sldChg chg="modSp new mod">
        <pc:chgData name="Leigh Walden" userId="e0b41105-ea1a-4229-aaca-116a21b5d74c" providerId="ADAL" clId="{93C7A0D7-0089-48FF-A7CF-CFBD71735086}" dt="2026-04-20T19:07:47.211" v="494" actId="313"/>
        <pc:sldMkLst>
          <pc:docMk/>
          <pc:sldMk cId="2925909823" sldId="258"/>
        </pc:sldMkLst>
        <pc:spChg chg="mod">
          <ac:chgData name="Leigh Walden" userId="e0b41105-ea1a-4229-aaca-116a21b5d74c" providerId="ADAL" clId="{93C7A0D7-0089-48FF-A7CF-CFBD71735086}" dt="2026-04-20T14:49:12.714" v="34" actId="20577"/>
          <ac:spMkLst>
            <pc:docMk/>
            <pc:sldMk cId="2925909823" sldId="258"/>
            <ac:spMk id="2" creationId="{DFE24721-D19D-77B0-7380-7AFABA2B2795}"/>
          </ac:spMkLst>
        </pc:spChg>
        <pc:spChg chg="mod">
          <ac:chgData name="Leigh Walden" userId="e0b41105-ea1a-4229-aaca-116a21b5d74c" providerId="ADAL" clId="{93C7A0D7-0089-48FF-A7CF-CFBD71735086}" dt="2026-04-20T19:07:47.211" v="494" actId="313"/>
          <ac:spMkLst>
            <pc:docMk/>
            <pc:sldMk cId="2925909823" sldId="258"/>
            <ac:spMk id="3" creationId="{35C9D760-D05C-5588-EAF0-BCED724BAE9D}"/>
          </ac:spMkLst>
        </pc:spChg>
      </pc:sldChg>
      <pc:sldChg chg="addSp delSp modSp new mod">
        <pc:chgData name="Leigh Walden" userId="e0b41105-ea1a-4229-aaca-116a21b5d74c" providerId="ADAL" clId="{93C7A0D7-0089-48FF-A7CF-CFBD71735086}" dt="2026-04-20T20:09:14.318" v="1193" actId="478"/>
        <pc:sldMkLst>
          <pc:docMk/>
          <pc:sldMk cId="29975896" sldId="259"/>
        </pc:sldMkLst>
        <pc:spChg chg="mod">
          <ac:chgData name="Leigh Walden" userId="e0b41105-ea1a-4229-aaca-116a21b5d74c" providerId="ADAL" clId="{93C7A0D7-0089-48FF-A7CF-CFBD71735086}" dt="2026-04-20T19:08:00.488" v="510" actId="20577"/>
          <ac:spMkLst>
            <pc:docMk/>
            <pc:sldMk cId="29975896" sldId="259"/>
            <ac:spMk id="2" creationId="{6419F672-5E00-ED96-8985-C6EA6A1638F3}"/>
          </ac:spMkLst>
        </pc:spChg>
        <pc:spChg chg="mod">
          <ac:chgData name="Leigh Walden" userId="e0b41105-ea1a-4229-aaca-116a21b5d74c" providerId="ADAL" clId="{93C7A0D7-0089-48FF-A7CF-CFBD71735086}" dt="2026-04-20T20:09:10.283" v="1192" actId="313"/>
          <ac:spMkLst>
            <pc:docMk/>
            <pc:sldMk cId="29975896" sldId="259"/>
            <ac:spMk id="3" creationId="{93E8FD33-D91D-AF05-F954-F1C37B47EC43}"/>
          </ac:spMkLst>
        </pc:spChg>
      </pc:sldChg>
      <pc:sldChg chg="addSp delSp modSp new mod">
        <pc:chgData name="Leigh Walden" userId="e0b41105-ea1a-4229-aaca-116a21b5d74c" providerId="ADAL" clId="{93C7A0D7-0089-48FF-A7CF-CFBD71735086}" dt="2026-04-20T20:31:48.467" v="1930" actId="478"/>
        <pc:sldMkLst>
          <pc:docMk/>
          <pc:sldMk cId="525226133" sldId="260"/>
        </pc:sldMkLst>
        <pc:spChg chg="mod">
          <ac:chgData name="Leigh Walden" userId="e0b41105-ea1a-4229-aaca-116a21b5d74c" providerId="ADAL" clId="{93C7A0D7-0089-48FF-A7CF-CFBD71735086}" dt="2026-04-20T19:08:09.957" v="535" actId="20577"/>
          <ac:spMkLst>
            <pc:docMk/>
            <pc:sldMk cId="525226133" sldId="260"/>
            <ac:spMk id="2" creationId="{B76D8481-ACC4-770D-A9D6-F9FE9AB96192}"/>
          </ac:spMkLst>
        </pc:spChg>
        <pc:spChg chg="mod">
          <ac:chgData name="Leigh Walden" userId="e0b41105-ea1a-4229-aaca-116a21b5d74c" providerId="ADAL" clId="{93C7A0D7-0089-48FF-A7CF-CFBD71735086}" dt="2026-04-20T20:31:46.479" v="1929" actId="313"/>
          <ac:spMkLst>
            <pc:docMk/>
            <pc:sldMk cId="525226133" sldId="260"/>
            <ac:spMk id="3" creationId="{4F28DC0D-A326-15A9-EBAD-700E73DE9189}"/>
          </ac:spMkLst>
        </pc:spChg>
      </pc:sldChg>
      <pc:sldChg chg="modSp new mod">
        <pc:chgData name="Leigh Walden" userId="e0b41105-ea1a-4229-aaca-116a21b5d74c" providerId="ADAL" clId="{93C7A0D7-0089-48FF-A7CF-CFBD71735086}" dt="2026-04-20T20:32:17.991" v="2006" actId="313"/>
        <pc:sldMkLst>
          <pc:docMk/>
          <pc:sldMk cId="1769772499" sldId="261"/>
        </pc:sldMkLst>
        <pc:spChg chg="mod">
          <ac:chgData name="Leigh Walden" userId="e0b41105-ea1a-4229-aaca-116a21b5d74c" providerId="ADAL" clId="{93C7A0D7-0089-48FF-A7CF-CFBD71735086}" dt="2026-04-20T20:31:52.982" v="1934" actId="20577"/>
          <ac:spMkLst>
            <pc:docMk/>
            <pc:sldMk cId="1769772499" sldId="261"/>
            <ac:spMk id="2" creationId="{4E817FD8-4EBB-630D-9D67-A438E2B35E45}"/>
          </ac:spMkLst>
        </pc:spChg>
        <pc:spChg chg="mod">
          <ac:chgData name="Leigh Walden" userId="e0b41105-ea1a-4229-aaca-116a21b5d74c" providerId="ADAL" clId="{93C7A0D7-0089-48FF-A7CF-CFBD71735086}" dt="2026-04-20T20:32:17.991" v="2006" actId="313"/>
          <ac:spMkLst>
            <pc:docMk/>
            <pc:sldMk cId="1769772499" sldId="261"/>
            <ac:spMk id="3" creationId="{731D0F42-8EDC-F1C7-A6E0-066BE1ED316E}"/>
          </ac:spMkLst>
        </pc:spChg>
      </pc:sldChg>
      <pc:sldChg chg="addSp delSp modSp new mod">
        <pc:chgData name="Leigh Walden" userId="e0b41105-ea1a-4229-aaca-116a21b5d74c" providerId="ADAL" clId="{93C7A0D7-0089-48FF-A7CF-CFBD71735086}" dt="2026-04-22T08:15:12.287" v="2150" actId="20577"/>
        <pc:sldMkLst>
          <pc:docMk/>
          <pc:sldMk cId="3635237993" sldId="262"/>
        </pc:sldMkLst>
        <pc:spChg chg="mod">
          <ac:chgData name="Leigh Walden" userId="e0b41105-ea1a-4229-aaca-116a21b5d74c" providerId="ADAL" clId="{93C7A0D7-0089-48FF-A7CF-CFBD71735086}" dt="2026-04-22T08:15:12.287" v="2150" actId="20577"/>
          <ac:spMkLst>
            <pc:docMk/>
            <pc:sldMk cId="3635237993" sldId="262"/>
            <ac:spMk id="2" creationId="{4F17A66A-A242-4D4D-0AF2-3AEEDF416292}"/>
          </ac:spMkLst>
        </pc:spChg>
        <pc:spChg chg="mod">
          <ac:chgData name="Leigh Walden" userId="e0b41105-ea1a-4229-aaca-116a21b5d74c" providerId="ADAL" clId="{93C7A0D7-0089-48FF-A7CF-CFBD71735086}" dt="2026-04-22T08:14:55.927" v="2119" actId="20577"/>
          <ac:spMkLst>
            <pc:docMk/>
            <pc:sldMk cId="3635237993" sldId="262"/>
            <ac:spMk id="3" creationId="{C3116D70-BC12-80DD-2AB5-7EED38A71921}"/>
          </ac:spMkLst>
        </pc:spChg>
        <pc:spChg chg="add del">
          <ac:chgData name="Leigh Walden" userId="e0b41105-ea1a-4229-aaca-116a21b5d74c" providerId="ADAL" clId="{93C7A0D7-0089-48FF-A7CF-CFBD71735086}" dt="2026-04-22T08:11:27.296" v="2009" actId="478"/>
          <ac:spMkLst>
            <pc:docMk/>
            <pc:sldMk cId="3635237993" sldId="262"/>
            <ac:spMk id="4" creationId="{6C51F2F5-937D-2511-F36A-EB756FF6BEC8}"/>
          </ac:spMkLst>
        </pc:spChg>
      </pc:sldChg>
      <pc:sldChg chg="addSp delSp modSp new mod">
        <pc:chgData name="Leigh Walden" userId="e0b41105-ea1a-4229-aaca-116a21b5d74c" providerId="ADAL" clId="{93C7A0D7-0089-48FF-A7CF-CFBD71735086}" dt="2026-04-22T08:17:55.757" v="2210" actId="20577"/>
        <pc:sldMkLst>
          <pc:docMk/>
          <pc:sldMk cId="3710171297" sldId="263"/>
        </pc:sldMkLst>
        <pc:spChg chg="mod">
          <ac:chgData name="Leigh Walden" userId="e0b41105-ea1a-4229-aaca-116a21b5d74c" providerId="ADAL" clId="{93C7A0D7-0089-48FF-A7CF-CFBD71735086}" dt="2026-04-22T08:17:55.757" v="2210" actId="20577"/>
          <ac:spMkLst>
            <pc:docMk/>
            <pc:sldMk cId="3710171297" sldId="263"/>
            <ac:spMk id="2" creationId="{EAEA2713-0430-35B3-CA52-C2F20DEE0A0A}"/>
          </ac:spMkLst>
        </pc:spChg>
        <pc:spChg chg="mod">
          <ac:chgData name="Leigh Walden" userId="e0b41105-ea1a-4229-aaca-116a21b5d74c" providerId="ADAL" clId="{93C7A0D7-0089-48FF-A7CF-CFBD71735086}" dt="2026-04-22T08:16:40.348" v="2164" actId="5793"/>
          <ac:spMkLst>
            <pc:docMk/>
            <pc:sldMk cId="3710171297" sldId="263"/>
            <ac:spMk id="3" creationId="{25079711-17DE-DEC8-C819-F559526306A1}"/>
          </ac:spMkLst>
        </pc:spChg>
        <pc:spChg chg="add mod">
          <ac:chgData name="Leigh Walden" userId="e0b41105-ea1a-4229-aaca-116a21b5d74c" providerId="ADAL" clId="{93C7A0D7-0089-48FF-A7CF-CFBD71735086}" dt="2026-04-22T08:17:41.938" v="2174" actId="1076"/>
          <ac:spMkLst>
            <pc:docMk/>
            <pc:sldMk cId="3710171297" sldId="263"/>
            <ac:spMk id="4" creationId="{4C99EFBF-DE5E-4C01-8822-1338DFE6C4E7}"/>
          </ac:spMkLst>
        </pc:spChg>
        <pc:spChg chg="add del">
          <ac:chgData name="Leigh Walden" userId="e0b41105-ea1a-4229-aaca-116a21b5d74c" providerId="ADAL" clId="{93C7A0D7-0089-48FF-A7CF-CFBD71735086}" dt="2026-04-22T08:16:38.802" v="2163" actId="478"/>
          <ac:spMkLst>
            <pc:docMk/>
            <pc:sldMk cId="3710171297" sldId="263"/>
            <ac:spMk id="5" creationId="{33542D99-8D8E-BDF6-C0BD-34E283846137}"/>
          </ac:spMkLst>
        </pc:spChg>
        <pc:spChg chg="add mod">
          <ac:chgData name="Leigh Walden" userId="e0b41105-ea1a-4229-aaca-116a21b5d74c" providerId="ADAL" clId="{93C7A0D7-0089-48FF-A7CF-CFBD71735086}" dt="2026-04-22T08:17:44.265" v="2175" actId="1076"/>
          <ac:spMkLst>
            <pc:docMk/>
            <pc:sldMk cId="3710171297" sldId="263"/>
            <ac:spMk id="6" creationId="{60DCDD59-459C-217A-890C-A5BA50DCBEF0}"/>
          </ac:spMkLst>
        </pc:spChg>
        <pc:picChg chg="add mod">
          <ac:chgData name="Leigh Walden" userId="e0b41105-ea1a-4229-aaca-116a21b5d74c" providerId="ADAL" clId="{93C7A0D7-0089-48FF-A7CF-CFBD71735086}" dt="2026-04-22T08:17:23.406" v="2170" actId="1076"/>
          <ac:picMkLst>
            <pc:docMk/>
            <pc:sldMk cId="3710171297" sldId="263"/>
            <ac:picMk id="8" creationId="{DB108D12-8EC3-E102-E501-B673079BD21D}"/>
          </ac:picMkLst>
        </pc:picChg>
        <pc:picChg chg="add mod">
          <ac:chgData name="Leigh Walden" userId="e0b41105-ea1a-4229-aaca-116a21b5d74c" providerId="ADAL" clId="{93C7A0D7-0089-48FF-A7CF-CFBD71735086}" dt="2026-04-22T08:17:38.253" v="2172" actId="1076"/>
          <ac:picMkLst>
            <pc:docMk/>
            <pc:sldMk cId="3710171297" sldId="263"/>
            <ac:picMk id="10" creationId="{0CEE2557-7FFF-E961-B8D0-0F154B559FDB}"/>
          </ac:picMkLst>
        </pc:picChg>
      </pc:sldChg>
      <pc:sldChg chg="addSp modSp new mod">
        <pc:chgData name="Leigh Walden" userId="e0b41105-ea1a-4229-aaca-116a21b5d74c" providerId="ADAL" clId="{93C7A0D7-0089-48FF-A7CF-CFBD71735086}" dt="2026-04-22T08:27:41.366" v="2615" actId="1076"/>
        <pc:sldMkLst>
          <pc:docMk/>
          <pc:sldMk cId="1656702313" sldId="264"/>
        </pc:sldMkLst>
        <pc:spChg chg="mod">
          <ac:chgData name="Leigh Walden" userId="e0b41105-ea1a-4229-aaca-116a21b5d74c" providerId="ADAL" clId="{93C7A0D7-0089-48FF-A7CF-CFBD71735086}" dt="2026-04-22T08:25:32.156" v="2249" actId="20577"/>
          <ac:spMkLst>
            <pc:docMk/>
            <pc:sldMk cId="1656702313" sldId="264"/>
            <ac:spMk id="2" creationId="{1C360ABA-5B61-06D6-7CE0-79BB88360276}"/>
          </ac:spMkLst>
        </pc:spChg>
        <pc:spChg chg="mod">
          <ac:chgData name="Leigh Walden" userId="e0b41105-ea1a-4229-aaca-116a21b5d74c" providerId="ADAL" clId="{93C7A0D7-0089-48FF-A7CF-CFBD71735086}" dt="2026-04-22T08:27:36.184" v="2614" actId="404"/>
          <ac:spMkLst>
            <pc:docMk/>
            <pc:sldMk cId="1656702313" sldId="264"/>
            <ac:spMk id="3" creationId="{9EAEAB24-3FC1-A388-B3EF-E01467479994}"/>
          </ac:spMkLst>
        </pc:spChg>
        <pc:spChg chg="add mod ord">
          <ac:chgData name="Leigh Walden" userId="e0b41105-ea1a-4229-aaca-116a21b5d74c" providerId="ADAL" clId="{93C7A0D7-0089-48FF-A7CF-CFBD71735086}" dt="2026-04-22T08:25:23.004" v="2222" actId="164"/>
          <ac:spMkLst>
            <pc:docMk/>
            <pc:sldMk cId="1656702313" sldId="264"/>
            <ac:spMk id="8" creationId="{76965F66-72A9-68E4-68AE-055EF1E11B9C}"/>
          </ac:spMkLst>
        </pc:spChg>
        <pc:grpChg chg="add mod">
          <ac:chgData name="Leigh Walden" userId="e0b41105-ea1a-4229-aaca-116a21b5d74c" providerId="ADAL" clId="{93C7A0D7-0089-48FF-A7CF-CFBD71735086}" dt="2026-04-22T08:25:56.652" v="2328" actId="1076"/>
          <ac:grpSpMkLst>
            <pc:docMk/>
            <pc:sldMk cId="1656702313" sldId="264"/>
            <ac:grpSpMk id="9" creationId="{51B0C47B-1326-D36E-B69B-A7D90D4CF479}"/>
          </ac:grpSpMkLst>
        </pc:grpChg>
        <pc:picChg chg="add mod">
          <ac:chgData name="Leigh Walden" userId="e0b41105-ea1a-4229-aaca-116a21b5d74c" providerId="ADAL" clId="{93C7A0D7-0089-48FF-A7CF-CFBD71735086}" dt="2026-04-22T08:27:41.366" v="2615" actId="1076"/>
          <ac:picMkLst>
            <pc:docMk/>
            <pc:sldMk cId="1656702313" sldId="264"/>
            <ac:picMk id="5" creationId="{99E28843-9091-61F4-1BB6-284EF18547EB}"/>
          </ac:picMkLst>
        </pc:picChg>
        <pc:picChg chg="add mod">
          <ac:chgData name="Leigh Walden" userId="e0b41105-ea1a-4229-aaca-116a21b5d74c" providerId="ADAL" clId="{93C7A0D7-0089-48FF-A7CF-CFBD71735086}" dt="2026-04-22T08:25:23.004" v="2222" actId="164"/>
          <ac:picMkLst>
            <pc:docMk/>
            <pc:sldMk cId="1656702313" sldId="264"/>
            <ac:picMk id="7" creationId="{7C2A863D-FFDE-BAE2-157B-0C3AE9CAEA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D04C-C9A4-40E1-53EF-4E290E6B3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AD48B-9B62-8924-96BC-F662E8677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2783-9E18-4CBE-6EB6-8960EACD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53E84-5356-447F-98BE-A9268558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16360-401F-11AD-AE81-7F097078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89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5E09-CBA9-4766-EBE6-2D061BFA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72FD7-6C0D-5CBD-464C-CEB46EB09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3DEBD-A97B-7B24-0278-D71A124B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2FBA4-FC5A-B53A-A13D-260E7FC5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C7E8-864D-73DF-12E6-6D69E22A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46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2944-4815-681A-1571-825ED5200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DEDB-0146-E110-A367-E8A51047B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A465-0501-A897-83D1-AE18DB43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27CAA-FAD6-C2BB-453D-5A992019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E30D2-75DF-2F05-75C8-A7BE8EE2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36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AA2F-FE8B-981A-A43C-3FEAF943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681D-B7D1-03AC-684B-BDDEA85A3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09BAE-32BC-528D-7152-C72B07A62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EEF57-6151-6999-0172-503F5276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66AF8-0A02-3572-5FBA-A87C8C00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B9AD9-ABF4-5305-8655-6A783549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CFFC-E750-0E12-76AD-B24D962B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3A0C1-6D16-B10A-16FE-3E1C84220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45452-847E-884C-F54F-E2CD9B528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6D524-29DE-B180-650A-EBB4911D2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7DB4D-4309-B168-7F09-E88509892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115C6-8B5E-5B4F-1F9D-931DED84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A9FAD-272C-8078-5492-D23965E6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DF04F-60C8-5793-1D02-2195581B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7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57D0-F32E-B756-C906-8EFF7662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470B4-2F2E-F027-E929-6E6F5B5B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D7A90-97E5-DD63-D9F2-415B7B70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BB6EC-6B72-15EA-369F-3913617F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81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DFB57-8E7C-4440-6F53-F982A5D0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C588C-DD57-FB4E-0458-819A4913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F19FB-B8D6-050E-2AE4-44A672A8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41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AF1F-8FC9-F9B7-ECF0-2049EAD3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067A-90F3-C5E5-A219-1CA62D85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282DA-41C6-56F1-634A-EB63F3C41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BEDED-5BA3-32EF-0A73-7B1E8AB8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6110F-7EB3-6940-6C71-049FD418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D6AC0-ECA4-7796-E953-2EBE9B03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37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8B09-F924-5C3A-CF60-D502C9EB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7CAFA-44CB-8CAB-81DA-6E9B25601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0441A-6F31-A4FD-EDA2-E2AE6A371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CEFB7-7E59-2B7F-4FE8-15618B51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95C33-4A01-3A94-0C66-AEC09B6A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CE466-2021-A689-7092-6A45B8BA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5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0C37-8AF1-BB69-8197-F8B2145E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81972-915A-B2D1-9CE1-817B33F40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D52A-9981-7C7B-2E26-A4066D52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DBC81-589F-4C0D-E96B-81FE4ECC5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95DB1-5F6A-F75F-1F2E-AE5C52D8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59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09B57-1C5E-C4BA-F237-7EC3BA3F0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3F0FE-ED24-E587-1860-639DE68B0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700F3-374C-F881-A308-1B2D3D8E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63F73-D9BD-02ED-6F0D-DDDB1957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EBEA5-6774-4E4F-C907-9BDBD3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34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7FE95-8DED-42BE-9B51-0929B491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85B90-E323-E2ED-755F-56411FE2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490D9-7B52-55C1-F25F-84197BC4E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43324-890D-4E9A-BC0D-15581C2DD493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D8275-26BE-88B3-C4A9-EFF8D43DC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BD851-CB1E-2A1F-8C5E-E88E4AA48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31AE9-D726-4DF1-BBAA-DE4334E9A4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43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5176-D0ED-6C82-A906-B54D98F3D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Portfolio designs – user interface and content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710F1-2B18-19EA-7645-6CC61CA0E8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93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8406-BF42-3C93-C6B5-F392C55C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EE9D-38C1-61BF-0FB2-6746A5654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06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4721-D19D-77B0-7380-7AFABA2B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should go into your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D760-D05C-5588-EAF0-BCED724B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Audience and purpose of your website</a:t>
            </a:r>
          </a:p>
          <a:p>
            <a:r>
              <a:rPr lang="en-GB" b="1" dirty="0"/>
              <a:t>Timeline</a:t>
            </a:r>
            <a:r>
              <a:rPr lang="en-GB" dirty="0"/>
              <a:t> – key stages of the project life cycle (Gantt chart)</a:t>
            </a:r>
          </a:p>
          <a:p>
            <a:r>
              <a:rPr lang="en-GB" b="1" dirty="0"/>
              <a:t>Content</a:t>
            </a:r>
            <a:r>
              <a:rPr lang="en-GB" dirty="0"/>
              <a:t> – files and assets required, formats and folder structure</a:t>
            </a:r>
          </a:p>
          <a:p>
            <a:r>
              <a:rPr lang="en-GB" b="1" dirty="0"/>
              <a:t>Structure chart </a:t>
            </a:r>
            <a:r>
              <a:rPr lang="en-GB" dirty="0"/>
              <a:t>– to show how all pages are link  (site map)</a:t>
            </a:r>
          </a:p>
          <a:p>
            <a:r>
              <a:rPr lang="en-GB" b="1" dirty="0"/>
              <a:t>Storyboards</a:t>
            </a:r>
            <a:r>
              <a:rPr lang="en-GB" dirty="0"/>
              <a:t> – a panel for each webpage (wire frames)</a:t>
            </a:r>
          </a:p>
          <a:p>
            <a:r>
              <a:rPr lang="en-GB" b="1" dirty="0"/>
              <a:t>User interface </a:t>
            </a:r>
            <a:r>
              <a:rPr lang="en-GB" dirty="0"/>
              <a:t>– formatting, assets and navigation</a:t>
            </a:r>
          </a:p>
          <a:p>
            <a:r>
              <a:rPr lang="en-GB" dirty="0"/>
              <a:t>Alternative design ideas</a:t>
            </a:r>
          </a:p>
          <a:p>
            <a:r>
              <a:rPr lang="en-GB" b="1" dirty="0"/>
              <a:t>Presentation of content </a:t>
            </a:r>
            <a:r>
              <a:rPr lang="en-GB" dirty="0"/>
              <a:t>– file folders, compression, accessibility</a:t>
            </a:r>
          </a:p>
        </p:txBody>
      </p:sp>
    </p:spTree>
    <p:extLst>
      <p:ext uri="{BB962C8B-B14F-4D97-AF65-F5344CB8AC3E}">
        <p14:creationId xmlns:p14="http://schemas.microsoft.com/office/powerpoint/2010/main" val="292590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F672-5E00-ED96-8985-C6EA6A16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8FD33-D91D-AF05-F954-F1C37B47E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Page formatting includes the colour scheme you choose for your website and the fonts used</a:t>
            </a:r>
          </a:p>
          <a:p>
            <a:r>
              <a:rPr lang="en-GB" dirty="0"/>
              <a:t>It is advised that you stick to a similar and appropriate colour scheme throughout your website</a:t>
            </a:r>
          </a:p>
          <a:p>
            <a:r>
              <a:rPr lang="en-GB" dirty="0"/>
              <a:t>It is also advised to keep similar font styles and colours, also make sure to choose an easy-to-read font</a:t>
            </a:r>
          </a:p>
          <a:p>
            <a:r>
              <a:rPr lang="en-GB" dirty="0"/>
              <a:t>Navigation between your webpages are important, how will users move through your website?</a:t>
            </a:r>
          </a:p>
          <a:p>
            <a:r>
              <a:rPr lang="en-GB" dirty="0"/>
              <a:t>You should keep an easy-to-use and consistent navigation throughout</a:t>
            </a:r>
          </a:p>
          <a:p>
            <a:r>
              <a:rPr lang="en-GB" dirty="0"/>
              <a:t>The last point of the interface is the assets required – images/sounds/videos</a:t>
            </a:r>
          </a:p>
        </p:txBody>
      </p:sp>
    </p:spTree>
    <p:extLst>
      <p:ext uri="{BB962C8B-B14F-4D97-AF65-F5344CB8AC3E}">
        <p14:creationId xmlns:p14="http://schemas.microsoft.com/office/powerpoint/2010/main" val="2997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2713-0430-35B3-CA52-C2F20DEE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of colour – good/bad contrast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9711-17DE-DEC8-C819-F5595263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99EFBF-DE5E-4C01-8822-1338DFE6C4E7}"/>
              </a:ext>
            </a:extLst>
          </p:cNvPr>
          <p:cNvSpPr/>
          <p:nvPr/>
        </p:nvSpPr>
        <p:spPr>
          <a:xfrm>
            <a:off x="1268361" y="2420399"/>
            <a:ext cx="3313471" cy="2418736"/>
          </a:xfrm>
          <a:prstGeom prst="rect">
            <a:avLst/>
          </a:prstGeom>
          <a:solidFill>
            <a:srgbClr val="F868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C000"/>
                </a:solidFill>
              </a:rPr>
              <a:t>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CDD59-459C-217A-890C-A5BA50DCBEF0}"/>
              </a:ext>
            </a:extLst>
          </p:cNvPr>
          <p:cNvSpPr/>
          <p:nvPr/>
        </p:nvSpPr>
        <p:spPr>
          <a:xfrm>
            <a:off x="6311080" y="2398917"/>
            <a:ext cx="3313471" cy="24187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C000"/>
                </a:solidFill>
              </a:rPr>
              <a:t>Hello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08D12-8EC3-E102-E501-B673079B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33" y="5433909"/>
            <a:ext cx="1457528" cy="1486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EE2557-7FFF-E961-B8D0-0F154B559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473" y="5390945"/>
            <a:ext cx="151468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7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A66A-A242-4D4D-0AF2-3AEEDF41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fonts – good and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6D70-BC12-80DD-2AB5-7EED38A71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Testing Fonts (Aptos)</a:t>
            </a:r>
          </a:p>
          <a:p>
            <a:r>
              <a:rPr lang="en-GB" dirty="0">
                <a:latin typeface="Blackadder ITC" panose="04020505051007020D02" pitchFamily="82" charset="0"/>
              </a:rPr>
              <a:t>Testing Fonts (Blackadder ITC)</a:t>
            </a:r>
          </a:p>
          <a:p>
            <a:r>
              <a:rPr lang="en-GB" dirty="0">
                <a:latin typeface="Brush Script MT" panose="03060802040406070304" pitchFamily="66" charset="0"/>
              </a:rPr>
              <a:t>Testing Fonts (Bush Script MT)</a:t>
            </a:r>
          </a:p>
          <a:p>
            <a:r>
              <a:rPr lang="en-GB" dirty="0">
                <a:latin typeface="Lucida Sans" panose="020B0602030504020204" pitchFamily="34" charset="0"/>
              </a:rPr>
              <a:t>Testing Fonts (Lucida Sans)</a:t>
            </a:r>
          </a:p>
          <a:p>
            <a:r>
              <a:rPr lang="en-GB" dirty="0">
                <a:latin typeface="Georgia" panose="02040502050405020303" pitchFamily="18" charset="0"/>
              </a:rPr>
              <a:t>Testing Fonts (Georgia)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23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8481-ACC4-770D-A9D6-F9FE9AB9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portfolio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8DC0D-A326-15A9-EBAD-700E73DE9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your digital portfolio you must consider the content to put in and how you will arrange that content</a:t>
            </a:r>
          </a:p>
          <a:p>
            <a:r>
              <a:rPr lang="en-GB" dirty="0"/>
              <a:t>You must add a snapshot of your experience and any projects you have undertaken</a:t>
            </a:r>
          </a:p>
          <a:p>
            <a:r>
              <a:rPr lang="en-GB" dirty="0"/>
              <a:t>Consider the file formats you will use for your assets – some file formats are more suitable for the web.</a:t>
            </a:r>
          </a:p>
          <a:p>
            <a:r>
              <a:rPr lang="en-GB" dirty="0"/>
              <a:t>This is where compression comes in. You want good quality pictures but you want them to have as small file size as possible. There is always a trade off here</a:t>
            </a:r>
          </a:p>
          <a:p>
            <a:r>
              <a:rPr lang="en-GB" dirty="0"/>
              <a:t>The accessibility of the content on your website. If the target audience cannot see, read or understand parts of your portfolio it won’t be as effective as it could be </a:t>
            </a:r>
          </a:p>
        </p:txBody>
      </p:sp>
    </p:spTree>
    <p:extLst>
      <p:ext uri="{BB962C8B-B14F-4D97-AF65-F5344CB8AC3E}">
        <p14:creationId xmlns:p14="http://schemas.microsoft.com/office/powerpoint/2010/main" val="52522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0ABA-5B61-06D6-7CE0-79BB88360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types and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AB24-3FC1-A388-B3EF-E01467479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Here are 4 files of the same animation rendered out using Adobe Premier Pro</a:t>
            </a:r>
          </a:p>
          <a:p>
            <a:r>
              <a:rPr lang="en-GB" sz="2400" dirty="0"/>
              <a:t>The animation is short and just has a PNG of DVD on a white square bouncing around the screen</a:t>
            </a:r>
          </a:p>
          <a:p>
            <a:r>
              <a:rPr lang="en-GB" sz="2400" dirty="0"/>
              <a:t>Notice the AVI file is over 5GB in size! No real change in quality (as it is a simple animation)</a:t>
            </a:r>
          </a:p>
          <a:p>
            <a:r>
              <a:rPr lang="en-GB" sz="2400" dirty="0"/>
              <a:t>Definitely not suitable for the web</a:t>
            </a:r>
          </a:p>
          <a:p>
            <a:r>
              <a:rPr lang="en-GB" sz="2400" dirty="0"/>
              <a:t>Could not get the QuickTime Movie to play</a:t>
            </a:r>
          </a:p>
          <a:p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28843-9091-61F4-1BB6-284EF185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29" y="4873399"/>
            <a:ext cx="8516539" cy="161947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1B0C47B-1326-D36E-B69B-A7D90D4CF479}"/>
              </a:ext>
            </a:extLst>
          </p:cNvPr>
          <p:cNvGrpSpPr/>
          <p:nvPr/>
        </p:nvGrpSpPr>
        <p:grpSpPr>
          <a:xfrm>
            <a:off x="9025849" y="37465"/>
            <a:ext cx="2656840" cy="1788160"/>
            <a:chOff x="8696960" y="1940560"/>
            <a:chExt cx="2656840" cy="17881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965F66-72A9-68E4-68AE-055EF1E11B9C}"/>
                </a:ext>
              </a:extLst>
            </p:cNvPr>
            <p:cNvSpPr/>
            <p:nvPr/>
          </p:nvSpPr>
          <p:spPr>
            <a:xfrm>
              <a:off x="8696960" y="1940560"/>
              <a:ext cx="2656840" cy="178816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2A863D-FFDE-BAE2-157B-0C3AE9CAE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0167" y="2060468"/>
              <a:ext cx="2410425" cy="1548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670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7FD8-4EBB-630D-9D67-A438E2B3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0F42-8EDC-F1C7-A6E0-066BE1ED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Continuing with your portfolios</a:t>
            </a:r>
          </a:p>
          <a:p>
            <a:r>
              <a:rPr lang="en-GB" dirty="0"/>
              <a:t>Read assignment brief</a:t>
            </a:r>
          </a:p>
          <a:p>
            <a:r>
              <a:rPr lang="en-GB" dirty="0"/>
              <a:t>Ask questions</a:t>
            </a:r>
          </a:p>
        </p:txBody>
      </p:sp>
    </p:spTree>
    <p:extLst>
      <p:ext uri="{BB962C8B-B14F-4D97-AF65-F5344CB8AC3E}">
        <p14:creationId xmlns:p14="http://schemas.microsoft.com/office/powerpoint/2010/main" val="176977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433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Blackadder ITC</vt:lpstr>
      <vt:lpstr>Brush Script MT</vt:lpstr>
      <vt:lpstr>Georgia</vt:lpstr>
      <vt:lpstr>Lucida Sans</vt:lpstr>
      <vt:lpstr>Office Theme</vt:lpstr>
      <vt:lpstr>Portfolio designs – user interface and content</vt:lpstr>
      <vt:lpstr>Aims</vt:lpstr>
      <vt:lpstr>What should go into your designs</vt:lpstr>
      <vt:lpstr>User interface</vt:lpstr>
      <vt:lpstr>Use of colour – good/bad contrast</vt:lpstr>
      <vt:lpstr>Different fonts – good and bad</vt:lpstr>
      <vt:lpstr>Digital portfolio content</vt:lpstr>
      <vt:lpstr>File types and compression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Leigh Walden</dc:creator>
  <cp:lastModifiedBy>Leigh Walden</cp:lastModifiedBy>
  <cp:revision>1</cp:revision>
  <dcterms:created xsi:type="dcterms:W3CDTF">2026-04-20T14:46:10Z</dcterms:created>
  <dcterms:modified xsi:type="dcterms:W3CDTF">2026-04-22T08:27:52Z</dcterms:modified>
</cp:coreProperties>
</file>