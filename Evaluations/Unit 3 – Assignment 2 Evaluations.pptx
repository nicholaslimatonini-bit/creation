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8" autoAdjust="0"/>
    <p:restoredTop sz="94660"/>
  </p:normalViewPr>
  <p:slideViewPr>
    <p:cSldViewPr snapToGrid="0">
      <p:cViewPr varScale="1">
        <p:scale>
          <a:sx n="50" d="100"/>
          <a:sy n="50" d="100"/>
        </p:scale>
        <p:origin x="72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3AA2-CFD2-2C11-386B-2737564FB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B7D0E9-1E7F-F063-4727-E4031E025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26E6E-BB09-6EF5-7486-D204CB1C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1013D-BDC1-E336-8C4A-01DF0614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2E951-10B8-FB3F-6D92-FE0DC1A3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37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513F-2460-04A8-9410-5F3C1241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E58F3-6674-638F-EA29-1190005D1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A1010-D377-2F00-E575-17213D415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4BCB-10A7-9FCF-A79D-7DF04AB0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46455-BC43-E79A-FCA5-4EDCDFD7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04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47D3E-863D-28BC-C5AB-79BB1DCE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52784-450A-D158-4C80-1D4680B8C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A9B4B-2ADD-3EEE-77DA-59E59541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52E36-4195-F18E-F70C-57B0E6801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BE95C-9CF4-E0C6-C643-204B47DC7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34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11FE-CAF3-0D24-0053-6E12296C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09F9F-CF5C-31C4-D62E-530E59671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7FA58-81BD-A990-050B-F1046B1D3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36C02-2190-0A16-7C02-18C634C1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55464-F912-E52A-F35A-D7F9D425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1201E-9AB5-1461-DE36-77375897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89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68A2-F80C-0D55-A2FC-8594CA1E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5F49E-5D34-854C-9D6D-30EED421E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79C6EC-5ED8-D7D9-72DB-47CC718CD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284C9-56F6-F902-9282-1AED0710A3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8032E-BD1F-E27A-647F-35E6FD662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D68F9-0D35-71B8-5F81-950A42725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0FF88-2E14-50F3-43C6-E7B0D898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02EDF-213E-C55B-4169-75879E7D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665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9C57A-F754-9715-EEFC-77E4DC76C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30DA5-7FB3-B6E5-3F2A-4F71C6A24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8FF22-F3A2-B137-E6F3-7CA93D04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029F3-72C7-50DE-7FE4-AE809E8D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64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884B6B-F9BA-03FF-913D-197F54384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1E679-81B9-E169-D7D0-0CFB6B747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94006-3A75-DA1D-306F-7DBF0075E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57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F7640-328B-0A14-8E4D-A81CD7E8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EFE8-89AA-BF30-26A0-BC2807A65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7C9DC-3C5A-83B1-1EF0-DED9DA40F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1B235-5A6C-3018-BE09-A86717A94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A949E-2937-2CA4-5F60-59ADD596C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578CF-9404-81E6-93BA-FA0A93BE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66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FB86-1D1D-10EB-C829-55CFF6F42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F97CD-862C-4010-A2FC-4EE2FE32C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E2A78-F677-A0CE-DD28-EB362550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B04A8-1EBB-A9DE-30D4-9AE2AC9B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C8E924-6E22-FC85-FD87-B3EF8DF26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6603F-D8B0-773C-1EEF-974FD5E4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18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694E0-A329-FD17-80E5-AB4C65FB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50F8E-A55F-20DA-D665-4435ADC62B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60096-3148-DAA6-CECB-B5BE4D458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2D807-28EF-6BC0-CEEA-53441B63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AAB6C-11B6-0DBA-7D93-135F8BD0A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71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5C51B1-E36E-9B31-5788-A9DEE5E1F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2F802-3C30-D1E9-596B-71589C72A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7782C-B568-0B35-8A70-3B465C9BE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C86AD-B4FA-334C-D5AB-473FF12D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687AB-5218-9422-F3FD-6749552E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34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DF70D-F2CD-0BAF-850B-2471874C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85FFD-61EF-152B-FB69-24E1D32A8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E6AC2-3623-E78C-FBDD-A9DC0F5119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F0BF2-C905-4869-B48E-7D5023E41DD0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BE23D-FE10-2380-8B61-F30A25B31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2982D-B501-294F-EBEA-14512A9AE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78F5C-232D-476C-8459-2F57EA1119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66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77C9-9E9C-6291-A0CA-D79AB99B8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Unit 3 – Assignment 2 Evaluations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1AE5C-281A-3B0C-23B3-AFA17E07C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Nick Tonini</a:t>
            </a:r>
          </a:p>
        </p:txBody>
      </p:sp>
    </p:spTree>
    <p:extLst>
      <p:ext uri="{BB962C8B-B14F-4D97-AF65-F5344CB8AC3E}">
        <p14:creationId xmlns:p14="http://schemas.microsoft.com/office/powerpoint/2010/main" val="75677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Unit 3 – Assignment 2 Evaluations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TONINI</dc:creator>
  <cp:lastModifiedBy>Nick TONINI</cp:lastModifiedBy>
  <cp:revision>1</cp:revision>
  <dcterms:created xsi:type="dcterms:W3CDTF">2026-06-16T08:39:47Z</dcterms:created>
  <dcterms:modified xsi:type="dcterms:W3CDTF">2026-06-16T08:40:03Z</dcterms:modified>
</cp:coreProperties>
</file>